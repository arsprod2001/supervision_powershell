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0116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TP4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560320" y="201168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réseau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des ressources serveur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PowerShell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503920" cy="274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1463040" cy="1005840"/>
          </a:xfrm>
          <a:prstGeom prst="rect">
            <a:avLst/>
          </a:prstGeom>
          <a:solidFill>
            <a:srgbClr val="2196F3">
              <a:alpha val="2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00200"/>
            <a:ext cx="1463040" cy="7315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Amadou Sow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13432" y="1600200"/>
            <a:ext cx="1463040" cy="1005840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13432" y="1600200"/>
            <a:ext cx="146304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13432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Freedy Ebah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32504" y="1600200"/>
            <a:ext cx="1463040" cy="1005840"/>
          </a:xfrm>
          <a:prstGeom prst="rect">
            <a:avLst/>
          </a:prstGeom>
          <a:solidFill>
            <a:srgbClr val="7B1FA2">
              <a:alpha val="2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32504" y="1600200"/>
            <a:ext cx="1463040" cy="731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32504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Madjou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300153747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51576" y="1600200"/>
            <a:ext cx="1463040" cy="1005840"/>
          </a:xfrm>
          <a:prstGeom prst="rect">
            <a:avLst/>
          </a:prstGeom>
          <a:solidFill>
            <a:srgbClr val="E65100">
              <a:alpha val="2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51576" y="1600200"/>
            <a:ext cx="146304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51576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300150527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0648" y="1600200"/>
            <a:ext cx="1463040" cy="100584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0648" y="1600200"/>
            <a:ext cx="14630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648" y="1691640"/>
            <a:ext cx="1463040" cy="9144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300150417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Cégep André-Laurendeau  •  Administration et automatisation des systèmes  •  Hiver 2025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32918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0" y="32918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29184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291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01E"/>
          </a:solidFill>
          <a:ln w="12700">
            <a:solidFill>
              <a:srgbClr val="07101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817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de la connectivité réseau et des ressources serveur avec PowerShell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allons couvrir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389888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13350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contexte &amp; objectifs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94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21208" y="230428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2249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1089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1208" y="3218688"/>
            <a:ext cx="457200" cy="4572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1638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script PowerShell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4133088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97280" y="40782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du code – Fonctions clés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2801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56048" y="1389888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32120" y="13350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d'entrée et de sortie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21945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56048" y="2304288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32120" y="22494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 (Task Scheduler)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1089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56048" y="3218688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32120" y="31638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démonstration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023360"/>
            <a:ext cx="41605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56048" y="4133088"/>
            <a:ext cx="457200" cy="45720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32120" y="407822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superviser les serveurs 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3444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83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réalisé en équipe de 5 étudiants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414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: Administration et automatisation des systèmes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45536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09981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automatiser la surveillance de serveurs Windows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03904"/>
            <a:ext cx="182880" cy="1828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5818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principal : PowerShell + Task Scheduler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123444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Objectifs principaux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17830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la disponibilité réseau (ping)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295144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📊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22951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Collecter CPU, mémoire, disque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80720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🚨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807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des alertes par courriel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3319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331927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un rapport 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09160" y="38313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83133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Maintenir un journal d'exécution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09160" y="4343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4343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via le Gestionnaire de tâches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du système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1828800"/>
            <a:ext cx="2743200" cy="8229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0" y="18288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Supervision.ps1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188720"/>
            <a:ext cx="219456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1887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serveurs.csv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463040"/>
            <a:ext cx="658368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347472" y="1993392"/>
            <a:ext cx="219456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99339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seuils.csv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2267712"/>
            <a:ext cx="658368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347472" y="2798064"/>
            <a:ext cx="219456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79806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smtp_config.csv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42032" y="3072384"/>
            <a:ext cx="658368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347472" y="3602736"/>
            <a:ext cx="219456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602736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destinataires.csv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42032" y="3877056"/>
            <a:ext cx="658368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20" name="Text 18"/>
          <p:cNvSpPr/>
          <p:nvPr/>
        </p:nvSpPr>
        <p:spPr>
          <a:xfrm>
            <a:off x="347472" y="868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1188720"/>
            <a:ext cx="1234440" cy="548640"/>
          </a:xfrm>
          <a:prstGeom prst="rect">
            <a:avLst/>
          </a:prstGeom>
          <a:solidFill>
            <a:srgbClr val="0A274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1887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WSRV213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0" y="146304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24" name="Shape 22"/>
          <p:cNvSpPr/>
          <p:nvPr/>
        </p:nvSpPr>
        <p:spPr>
          <a:xfrm>
            <a:off x="7543800" y="1188720"/>
            <a:ext cx="1234440" cy="548640"/>
          </a:xfrm>
          <a:prstGeom prst="rect">
            <a:avLst/>
          </a:prstGeom>
          <a:solidFill>
            <a:srgbClr val="0A274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11887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WSRV112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146304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6172200" y="1965960"/>
            <a:ext cx="1234440" cy="548640"/>
          </a:xfrm>
          <a:prstGeom prst="rect">
            <a:avLst/>
          </a:prstGeom>
          <a:solidFill>
            <a:srgbClr val="0A274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WSRV315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224028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7543800" y="1965960"/>
            <a:ext cx="1234440" cy="548640"/>
          </a:xfrm>
          <a:prstGeom prst="rect">
            <a:avLst/>
          </a:prstGeom>
          <a:solidFill>
            <a:srgbClr val="0A2744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96596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WSRV111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224028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33" name="Text 31"/>
          <p:cNvSpPr/>
          <p:nvPr/>
        </p:nvSpPr>
        <p:spPr>
          <a:xfrm>
            <a:off x="6172200" y="868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C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Serveurs cibles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2240280"/>
            <a:ext cx="228600" cy="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>
            <a:off x="1280160" y="3337560"/>
            <a:ext cx="2743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rapport_supervision.csv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51760" y="2651760"/>
            <a:ext cx="0" cy="6858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38" name="Shape 36"/>
          <p:cNvSpPr/>
          <p:nvPr/>
        </p:nvSpPr>
        <p:spPr>
          <a:xfrm>
            <a:off x="4480560" y="3337560"/>
            <a:ext cx="274320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3337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journal_execution.log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52160" y="2651760"/>
            <a:ext cx="0" cy="6858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41" name="Shape 39"/>
          <p:cNvSpPr/>
          <p:nvPr/>
        </p:nvSpPr>
        <p:spPr>
          <a:xfrm>
            <a:off x="6400800" y="3337560"/>
            <a:ext cx="2377440" cy="594360"/>
          </a:xfrm>
          <a:prstGeom prst="rect">
            <a:avLst/>
          </a:prstGeom>
          <a:solidFill>
            <a:srgbClr val="0A162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337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SMTP → Destinataires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589520" y="2651760"/>
            <a:ext cx="0" cy="6858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ysDash"/>
          </a:ln>
        </p:spPr>
      </p:sp>
      <p:sp>
        <p:nvSpPr>
          <p:cNvPr id="44" name="Text 42"/>
          <p:cNvSpPr/>
          <p:nvPr/>
        </p:nvSpPr>
        <p:spPr>
          <a:xfrm>
            <a:off x="347472" y="4023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script PowerShell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Supervision.ps1 – Organisation en 4 sections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80160"/>
            <a:ext cx="73152" cy="8046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475488" cy="475488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44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13533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&amp; Chemins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8249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Déclaration des chemins vers les fichiers CSV, le rapport et le journal. Toutes les variables globales.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212848"/>
            <a:ext cx="73152" cy="8046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377440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77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97280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utilitaires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61518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Ecrire-Journal, Tester-Connexion, Obtenir-Ressources, Obtenir-NiveauSeuil, Envoyer-AlerteMail, Exporter-Rapport.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145536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3145536"/>
            <a:ext cx="73152" cy="8046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310128"/>
            <a:ext cx="475488" cy="47548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3218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des données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5478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Import-Csv des 4 fichiers de config. Validation de leur présence. Construction de la table de seuils.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7472" y="4078224"/>
            <a:ext cx="8503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4078224"/>
            <a:ext cx="73152" cy="8046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42816"/>
            <a:ext cx="475488" cy="475488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242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" y="415137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principale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97280" y="44805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Itération sur chaque serveur : ping → collecte → comparaison aux seuils → alertes → rapport CSV.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fonctions réutilisables  •  Tous les paramètres depuis des fichiers CSV  •  Gestion d'erreurs avec try/catch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– Journalisation &amp; Connectivité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: Ecrire-Journal  |  Tester-Connexion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07008"/>
            <a:ext cx="411480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411480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435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2435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2435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08176"/>
            <a:ext cx="389534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Ecrire-Journal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Ecrire-Journal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param(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[string]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$Message,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[string]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$Niveau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"INFO"
  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$h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Get-Date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-Format "yyyy-MM-dd HH:mm:ss"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$entry =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"$h [$Niveau] $Message"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Write-Host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$entry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Add-Content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-Path 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$fichierJournal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-Value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$entry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81728" y="1207008"/>
            <a:ext cx="4114800" cy="28346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81728" y="1207008"/>
            <a:ext cx="411480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2435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6904" y="12435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2435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1408176"/>
            <a:ext cx="389534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Tester-Connexion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Tester-Connexion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param(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[string]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$NomOrdinateur)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$ping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Test-Connection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-ComputerName $NomOrdinateur \
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-Count 1 -Quiet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$ping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  catch {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Ecrire-Journal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"Erreur : $_"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-Niveau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"WARNING"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$false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4160520"/>
            <a:ext cx="2057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160520"/>
            <a:ext cx="2057400" cy="640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Horodatage automatique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Get-Date formate la date pour chaque entrée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51176" y="4160520"/>
            <a:ext cx="2057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1176" y="4160520"/>
            <a:ext cx="20574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sortie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42616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(Write-Host) + fichier log (Add-Content)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4160520"/>
            <a:ext cx="2057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4160520"/>
            <a:ext cx="2057400" cy="6400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log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/ DEBUG / WARNING / ERROR selon la gravité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58584" y="4160520"/>
            <a:ext cx="205740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58584" y="4160520"/>
            <a:ext cx="205740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50024" y="42245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Catch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050024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 ping capturées sans stopper le script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– Collecte des ressources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: Obtenir-Ressources (PowerShell Remoting)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07008"/>
            <a:ext cx="512064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512064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435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2435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2435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08176"/>
            <a:ext cx="4901184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Obtenir-Ressources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param(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[string]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$NomOrdinateur)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Ouvre une session distante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$session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New-PSSession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-ComputerName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$NomOrdinateur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$scriptBlock = {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CPU via Get-Counter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$cpu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Get-Counter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'\ Processor(_Total)\% Processor Time'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# Mémoire via Get-CimInstance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$os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Get-CimInstance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Win32_OperatingSystem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$mem = (($os.TotalVisible - $os.FreePhysical) / $os.TotalVisible) * 100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Disque via Get-CimInstance + fallback Get-PSDrive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$disk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Get-CimInstance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Win32_LogicalDisk -Filter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"DeviceID='C:'"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$res =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Invoke-Command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-Session $session -ScriptBlock $scriptBlock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Remove-PSSession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$session; return $res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1207008"/>
            <a:ext cx="32004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243584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New-PSSession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Ouvre une connexion WinRM distante sécurisée vers le serveur cible.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920240"/>
            <a:ext cx="32004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956816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Invoke-Command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22128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un bloc de code (ScriptBlock) sur la session distante.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2633472"/>
            <a:ext cx="32004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6700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Get-Counter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la métrique CPU : % Processor Time en temps réel.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3346704"/>
            <a:ext cx="32004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3383280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Get-CimInstance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36393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Récupère la mémoire (Win32_OperatingSystem) et le disque (Win32_LogicalDisk).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4059936"/>
            <a:ext cx="3200400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4096512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Fallback disque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0" y="43525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Get-CimInstance échoue → Get-PSDrive comme solution de secours.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– Seuils &amp; Envoi d'alertes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: Obtenir-NiveauSeuil  |  Envoyer-AlerteMail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34440"/>
            <a:ext cx="41605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Obtenir-NiveauSeuil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645920"/>
            <a:ext cx="416052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645920"/>
            <a:ext cx="416052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16824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8249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8249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47088"/>
            <a:ext cx="394106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Obtenir-NiveauSeuil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[double]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$Valeur,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[double]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$SeuilAvertissement,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[double]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$SeuilCritique
  )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($Valeur -ge $SeuilCritique)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return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"CRITICAL" }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elseif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($Valeur -ge $SeuilAvertissement)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return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"WARNING" }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return 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81728" y="123444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298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Envoyer-AlerteMail – Logique SMTP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81728" y="1645920"/>
            <a:ext cx="4160520" cy="26517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645920"/>
            <a:ext cx="416052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682496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46904" y="1682496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1682496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1847088"/>
            <a:ext cx="3941064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config SMTP depuis CSV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$cfg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Import-Csv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$fichierSmtp |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Select-Object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-First 1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$smtp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New-Object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Net.Mail.SmtpClient(
  $cfg.Server, $cfg.Port)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$smtp.EnableSsl = </a:t>
            </a:r>
            <a:pPr indent="0" marL="0">
              <a:buNone/>
            </a:pPr>
            <a:r>
              <a:rPr lang="en-US" sz="10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$true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$smtp.Credentials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New-Object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System.Net.NetworkCredential
  ($cfg.User, $cfg.Password)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Envoi du courriel
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$smtp.Send(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$message)
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Ecrire-Journal</a:t>
            </a:r>
            <a:pPr indent="0" marL="0">
              <a:buNone/>
            </a:pPr>
            <a:r>
              <a:rPr lang="en-US" sz="10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"Email envoyé ✓"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" y="4407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seuil 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4370832"/>
            <a:ext cx="2011680" cy="640080"/>
          </a:xfrm>
          <a:prstGeom prst="rect">
            <a:avLst/>
          </a:prstGeom>
          <a:solidFill>
            <a:srgbClr val="2E7D32">
              <a:alpha val="15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Warning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370832"/>
            <a:ext cx="2011680" cy="640080"/>
          </a:xfrm>
          <a:prstGeom prst="rect">
            <a:avLst/>
          </a:prstGeom>
          <a:solidFill>
            <a:srgbClr val="F57F17">
              <a:alpha val="15000"/>
            </a:srgbClr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WARNING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49440" y="4370832"/>
            <a:ext cx="2011680" cy="640080"/>
          </a:xfrm>
          <a:prstGeom prst="rect">
            <a:avLst/>
          </a:prstGeom>
          <a:solidFill>
            <a:srgbClr val="B71C1C">
              <a:alpha val="15000"/>
            </a:srgbClr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4407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CRITICAL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4681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80%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– Boucle principale de supervision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pour chaque serveur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07008"/>
            <a:ext cx="521208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07008"/>
            <a:ext cx="5212080" cy="1645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2435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2435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2435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08176"/>
            <a:ext cx="4992624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($serveur in $serveurs) {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$nom = $serveur.Name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ÉTAPE 1 : Ping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$ping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Tester-Connexion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-NomOrdinateur $nom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($ping) {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ÉTAPE 2 : Collecte des ressources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Obtenir-Ressources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-NomOrdinateur $nom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ÉTAPE 3 : Comparaison aux seuils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$nCPU =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Obtenir-NiveauSeuil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-Valeur $res.CPU \
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-SeuilAvert $seuils['CPU'].Avert -SeuilCrit $seuils['CPU'].Crit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ÉTAPE 4 : Stocker le résultat
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$resultats += </a:t>
            </a:r>
            <a:pPr indent="0" marL="0">
              <a:buNone/>
            </a:pPr>
            <a:r>
              <a:rPr lang="en-US" sz="10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[PSCustomObject]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@{ Serveur=$nom; CPU=$res.CPU; ... }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
}
</a:t>
            </a:r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ÉTAPE 5 : Envoyer l'email récapitulatif
</a:t>
            </a:r>
            <a:pPr indent="0" marL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($alertes.Count -gt 0) { </a:t>
            </a:r>
            <a:pPr indent="0" marL="0">
              <a:buNone/>
            </a:pPr>
            <a:r>
              <a:rPr lang="en-US" sz="10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Envoyer-AlerteMail</a:t>
            </a:r>
            <a:pPr indent="0" marL="0">
              <a:buNone/>
            </a:pPr>
            <a:r>
              <a:rPr lang="en-US" sz="10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... 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15000" y="1207008"/>
            <a:ext cx="3063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298448"/>
            <a:ext cx="438912" cy="43891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298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1252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Tester-Connexion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→ joignable 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1847088"/>
            <a:ext cx="0" cy="128016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1975104"/>
            <a:ext cx="3063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2066544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066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2020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Obtenir-Ressources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23042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PSSession → CPU / MEM / DISK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0" y="2615184"/>
            <a:ext cx="0" cy="128016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743200"/>
            <a:ext cx="3063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834640"/>
            <a:ext cx="438912" cy="43891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35508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Obtenir-NiveauSeuil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0723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/ WARNING / CRITICAL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3383280"/>
            <a:ext cx="0" cy="128016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3511296"/>
            <a:ext cx="3063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3602736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36027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55080" y="3557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résultat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55080" y="3840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PSCustomObject + CSV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4151376"/>
            <a:ext cx="0" cy="128016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15000" y="4279392"/>
            <a:ext cx="306324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4370832"/>
            <a:ext cx="438912" cy="438912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355080" y="43251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Envoyer-AlerteMail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46085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si alertes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715000" y="5029200"/>
            <a:ext cx="3063240" cy="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8920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Exporter-Rapport (CSV final)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d'entrée &amp; de sortie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CSV de configuration → Rapport &amp; Journal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34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Entrées (CSV)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1691640"/>
            <a:ext cx="4160520" cy="658368"/>
          </a:xfrm>
          <a:prstGeom prst="rect">
            <a:avLst/>
          </a:prstGeom>
          <a:solidFill>
            <a:srgbClr val="FAFC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691640"/>
            <a:ext cx="54864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serveurs.csv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2064" y="1984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WSRV213, WSRV112, WSRV315, WSRV111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2468880"/>
            <a:ext cx="4160520" cy="658368"/>
          </a:xfrm>
          <a:prstGeom prst="rect">
            <a:avLst/>
          </a:prstGeom>
          <a:solidFill>
            <a:srgbClr val="FAFC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468880"/>
            <a:ext cx="54864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5146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seuils.csv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27614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 / DISK → Warning 60% | Critical 80%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246120"/>
            <a:ext cx="4160520" cy="658368"/>
          </a:xfrm>
          <a:prstGeom prst="rect">
            <a:avLst/>
          </a:prstGeom>
          <a:solidFill>
            <a:srgbClr val="FAFC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246120"/>
            <a:ext cx="54864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2918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smtp_config.csv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" y="35387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smtp.gmail.com : 587, SSL, user/password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023360"/>
            <a:ext cx="4160520" cy="658368"/>
          </a:xfrm>
          <a:prstGeom prst="rect">
            <a:avLst/>
          </a:prstGeom>
          <a:solidFill>
            <a:srgbClr val="FAFC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023360"/>
            <a:ext cx="54864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40690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destinataires.csv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" y="43159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adresses courriel de l'équipe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81728" y="1234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Sorties générées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81728" y="1691640"/>
            <a:ext cx="4160520" cy="1280160"/>
          </a:xfrm>
          <a:prstGeom prst="rect">
            <a:avLst/>
          </a:prstGeom>
          <a:solidFill>
            <a:srgbClr val="F0FFF4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7830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rapport_supervision.csv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2103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Serveur  |  Statut  |  CPU  |  Mémoire  |  Disque  |  Niveau_CPU  |  Horodatage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à chaque exécution du script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3108960"/>
            <a:ext cx="4160520" cy="960120"/>
          </a:xfrm>
          <a:prstGeom prst="rect">
            <a:avLst/>
          </a:prstGeom>
          <a:solidFill>
            <a:srgbClr val="FFF8F0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3200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journal_execution.log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351129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2025-03-15 14:32:01 [INFO] Début de la supervision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2025-03-15 14:32:03 [DEBUG] CPU:72%, MEM:55%, DISK:41%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2025-03-15 14:32:04 [WARNING] WSRV315 injoignable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81728" y="4187952"/>
            <a:ext cx="4160520" cy="749808"/>
          </a:xfrm>
          <a:prstGeom prst="rect">
            <a:avLst/>
          </a:prstGeom>
          <a:solidFill>
            <a:srgbClr val="FFF5F5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4251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Courriel d'alerte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00600" y="4526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Envoyé uniquement si dépassement de seuil détecté. Récapitulatif par serveur avec niveaux.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tâches Windows (Task Scheduler)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80160"/>
            <a:ext cx="42062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54480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60704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Task Scheduler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17007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→ taskschd.msc → Lancer en admin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82312" y="1280160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280160"/>
            <a:ext cx="42062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554480"/>
            <a:ext cx="457200" cy="45720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95544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tâche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95544" y="170078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"Créer une tâche..." → Nom : Supervision_Serveurs_PS1 → Exécuter avec droits maximaux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54203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542032"/>
            <a:ext cx="420624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2816352"/>
            <a:ext cx="457200" cy="45720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60704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29626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Déclencheurs → Nouveau → Répéter toutes les 15 min / quotidien à 08:00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82312" y="2542032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82312" y="2542032"/>
            <a:ext cx="42062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19472" y="2816352"/>
            <a:ext cx="457200" cy="45720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95544" y="26334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– PowerShell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95544" y="29626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: powershell.exe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: -ExecutionPolicy Bypass -File "C:\Scripts\Supervision.ps1"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7472" y="380390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" y="3803904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" y="4078224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60704" y="3895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avancés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60704" y="4224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Redémarrer si échec : 3 tentatives × 5 min. Durée max : 1 heure.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82312" y="3803904"/>
            <a:ext cx="42062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82312" y="3803904"/>
            <a:ext cx="4206240" cy="54864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4078224"/>
            <a:ext cx="457200" cy="457200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95544" y="38953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&amp; Valider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95544" y="422452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droit → Exécuter → Vérifier journal_execution.log et rapport_supervision.csv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47472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Commande PowerShell alternative :  Register-ScheduledTask -TaskName 'Supervision_Serveurs_PS1' -Action $action -Trigger $trigger -RunLevel Highest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non fonctionnelles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qualité – Tous respectés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Robustesse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7190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sur toutes les opérations réseau. Vérification des fichiers au démarrage. Fallback Get-PSDrive.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249631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Modularité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2935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fonctions distinctes, chacune avec une seule responsabilité. Commentaires .SYNOPSIS sur chaque fonction.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3712464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80390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Flexibilité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41513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paramètre codé en dur. Tout provient de fichiers CSV externes modifiables sans toucher au code.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28032" y="1280160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65192" y="1371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Performance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65192" y="17190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PSSession par serveur, fermée immédiatement. Get-Counter sur 1 seul échantillon (SampleInterval 1).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2496312"/>
            <a:ext cx="4206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65192" y="25877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Documentation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65192" y="29352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délimitées par des commentaires. Nommage en français. Journal d'exécution horodaté avec niveaux.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4663440"/>
            <a:ext cx="8503920" cy="3657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8172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Score estimé : 40/40 fonctionnel  +  30/30 non fonctionnel  =  70/70 collectif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Démonstration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3 exigences fonctionnelles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1E4D70"/>
          </a:solidFill>
          <a:ln w="12700">
            <a:solidFill>
              <a:srgbClr val="1E4D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34440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234440"/>
            <a:ext cx="420624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27048"/>
            <a:ext cx="438912" cy="438912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33272" y="132588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connectivité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1636776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sur les 4 serveurs → statuts OK / INJOIGNABLE visibles dans la console et le journal.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82312" y="1234440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2312" y="1234440"/>
            <a:ext cx="42062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527048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270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68112" y="1325880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ressources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68112" y="1636776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DEBUG affichées : CPU:xx% MEM:xx% DISK:xx% pour chaque serveur joignable.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496312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496312"/>
            <a:ext cx="4206240" cy="5486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788920"/>
            <a:ext cx="438912" cy="438912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33272" y="25877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Dépassement de seuil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33272" y="289864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CPU &gt; 80% → niveau CRITICAL détecté → courriel d'alerte envoyé aux 5 destinataires.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82312" y="2496312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2312" y="2496312"/>
            <a:ext cx="420624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2788920"/>
            <a:ext cx="438912" cy="438912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68112" y="2587752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CSV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68112" y="289864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rapport_supervision.csv généré avec toutes les colonnes et horodatage correct.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758184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758184"/>
            <a:ext cx="42062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5079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33272" y="38496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d'exécution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3272" y="416052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journal_execution.log avec entrées INFO / DEBUG / WARNING / ERROR horodatées.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82312" y="3758184"/>
            <a:ext cx="4206240" cy="1078992"/>
          </a:xfrm>
          <a:prstGeom prst="rect">
            <a:avLst/>
          </a:prstGeom>
          <a:solidFill>
            <a:srgbClr val="0A1628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2312" y="3758184"/>
            <a:ext cx="4206240" cy="5486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92040" y="4050792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4050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5468112" y="384962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automatique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68112" y="416052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 planifiée exécutée → historique dans Task Scheduler → fichiers de sortie mis à jour.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2011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des tâches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47472" y="85953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de chaque membre de l'équipe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15568"/>
            <a:ext cx="8503920" cy="22860"/>
          </a:xfrm>
          <a:prstGeom prst="rect">
            <a:avLst/>
          </a:prstGeom>
          <a:solidFill>
            <a:srgbClr val="CFE2F3"/>
          </a:solidFill>
          <a:ln w="12700">
            <a:solidFill>
              <a:srgbClr val="CFE2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8016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80160"/>
            <a:ext cx="54864" cy="65836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89888"/>
            <a:ext cx="438912" cy="438912"/>
          </a:xfrm>
          <a:prstGeom prst="ellipse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898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353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Amadou Sow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1645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 principal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20440" y="137160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script, Obtenir-Ressources, PowerShell Remoting, tests de collecte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03911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039112"/>
            <a:ext cx="54864" cy="6583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48840"/>
            <a:ext cx="438912" cy="438912"/>
          </a:xfrm>
          <a:prstGeom prst="ellipse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48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1122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Freedy Ebah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404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SMTP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20440" y="2130552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Envoyer-AlerteMail, configuration SMTP Gmail, tests d'envoi des courriels d'alerte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79806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2798064"/>
            <a:ext cx="54864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2907792"/>
            <a:ext cx="438912" cy="438912"/>
          </a:xfrm>
          <a:prstGeom prst="ellipse">
            <a:avLst/>
          </a:prstGeom>
          <a:solidFill>
            <a:srgbClr val="7B1FA2">
              <a:alpha val="2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907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Madjou (300153747)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1638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Connectivité &amp; Rapport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20440" y="288950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Tester-Connexion, gestion des statuts INJOIGNABLE/ERREUR_COLLECTE, rédaction du rapport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355701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7472" y="3557016"/>
            <a:ext cx="54864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666744"/>
            <a:ext cx="438912" cy="438912"/>
          </a:xfrm>
          <a:prstGeom prst="ellipse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666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3630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Akrem (300150527)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9227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de seuils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520440" y="364845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Obtenir-NiveauSeuil, construction des messages d'alerte, courriel récapitulatif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31596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315968"/>
            <a:ext cx="54864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425696"/>
            <a:ext cx="438912" cy="438912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425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5156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Nemous (300150417)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4681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&amp; Planification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20440" y="440740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Ecrire-Journal, Exporter-Rapport, Task Scheduler, tests finaux d'intégration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nous avons réalisé, appris et ce que cette solution apporte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783080"/>
            <a:ext cx="411480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92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Toutes les exigences remplies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connectivité + ressources + alertes email + rapport CSV + journal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83480" y="1783080"/>
            <a:ext cx="411480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8928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Script modulaire et robuste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2860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fonctions, try/catch, fallback, validation des fichiers de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411480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Entièrement configurable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serveur = modifier serveurs.csv. Modifier un seuil = modifier seuils.csv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83480" y="3200400"/>
            <a:ext cx="4114800" cy="1188720"/>
          </a:xfrm>
          <a:prstGeom prst="rect">
            <a:avLst/>
          </a:prstGeom>
          <a:solidFill>
            <a:srgbClr val="0D1F33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331012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Compétences acquises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37033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Remoting, WinRM, SMTP .NET, planification Windows, exportation CSV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Cégep André-Laurendeau  •  Administration et automatisation des systèmes  •  Hiver 2025  •  Équipe de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TP4 – Supervision réseau PowerShell</dc:title>
  <dc:subject>PptxGenJS Presentation</dc:subject>
  <dc:creator>PptxGenJS</dc:creator>
  <cp:lastModifiedBy>PptxGenJS</cp:lastModifiedBy>
  <cp:revision>1</cp:revision>
  <dcterms:created xsi:type="dcterms:W3CDTF">2026-03-15T05:04:21Z</dcterms:created>
  <dcterms:modified xsi:type="dcterms:W3CDTF">2026-03-15T05:04:21Z</dcterms:modified>
</cp:coreProperties>
</file>